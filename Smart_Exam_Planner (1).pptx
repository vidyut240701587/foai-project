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7315200" cy="7315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29184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Study Planning with Live Data Integration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question papers, syllabus and notes from RECDB into a personalised, day-wise exam plan — powered by AI.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2011680" cy="0"/>
          </a:xfrm>
          <a:prstGeom prst="line">
            <a:avLst/>
          </a:prstGeom>
          <a:noFill/>
          <a:ln w="25400">
            <a:solidFill>
              <a:srgbClr val="5FD0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Student-Focused Academic AI Project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263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Vidyut Rao — 240701587      S. Mukilraj — 240701341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prep is scattered, manual, and reactive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6" name="Image 0" descr="icon_search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505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resources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syllabus and previous year papers live in different places, forcing students to hunt for material instead of studying.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02152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76472" y="228600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1" name="Image 1" descr="icon_compare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4505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8184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pattern insight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758184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rarely analyse past question papers to see which topics repeat or carry the most marks.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64224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38544" y="228600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6" name="Image 2" descr="icon_calendar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4505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20256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structured plan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620256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is done last-minute with no day-wise roadmap mapped to the actual semester syllabus.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226296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0616" y="228600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21" name="Image 3" descr="icon_layers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45059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82328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 treated equally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482328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2-mark and 11-mark questions need different prep depth, but are usually studied the same way.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  •  AI Study Companion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planner, built on live academic data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 connects directly to RECDB — the live database of notes, syllabus and previous year question papers — and layers AI analysis on top to generate a personalised study plan.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212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_ai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54178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5349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in. Smart plan out.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685800"/>
            <a:ext cx="566928" cy="56692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0" name="Image 1" descr="icon_database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92" y="82753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58968" y="65836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 Sync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5458968" y="103327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notes, syllabus and PYQs from RECDB in real time.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09160" y="1911096"/>
            <a:ext cx="0" cy="914400"/>
          </a:xfrm>
          <a:prstGeom prst="line">
            <a:avLst/>
          </a:prstGeom>
          <a:noFill/>
          <a:ln w="15875">
            <a:solidFill>
              <a:srgbClr val="DCE6EA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709160" y="2167128"/>
            <a:ext cx="566928" cy="56692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5" name="Image 2" descr="icon_compare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892" y="230886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58968" y="213969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PYQ Comparison &amp; Analysis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5458968" y="25146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papers across years to surface important, repeating topics.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09160" y="3392424"/>
            <a:ext cx="0" cy="914400"/>
          </a:xfrm>
          <a:prstGeom prst="line">
            <a:avLst/>
          </a:prstGeom>
          <a:noFill/>
          <a:ln w="15875">
            <a:solidFill>
              <a:srgbClr val="DCE6EA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4709160" y="3648456"/>
            <a:ext cx="566928" cy="56692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20" name="Image 3" descr="icon_quiz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892" y="379018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58968" y="362102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Quiz Generation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5458968" y="399592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practice quizzes from the analysed question bank.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09160" y="4873752"/>
            <a:ext cx="0" cy="914400"/>
          </a:xfrm>
          <a:prstGeom prst="line">
            <a:avLst/>
          </a:prstGeom>
          <a:noFill/>
          <a:ln w="15875">
            <a:solidFill>
              <a:srgbClr val="DCE6EA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4709160" y="5129784"/>
            <a:ext cx="566928" cy="56692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25" name="Image 4" descr="icon_calendar_065A8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892" y="5271516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58968" y="510235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Day-wise Study Plan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5458968" y="547725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semester-and-syllabus-aligned revision schedule.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INTEGRATION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Powered by RECDB — a live academic database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RECDB (rec-db-official.web.app) is a centralised, continuously updated hub of unit-wise notes, syllabus and previous year question papers — the live source the planner reads from.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9FB4C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517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_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8117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RECDB (Live Source)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question papers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389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Unit-wise notes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syllabus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20440" y="3721608"/>
            <a:ext cx="548640" cy="32918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960" y="233172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2651760"/>
            <a:ext cx="640080" cy="640080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5" name="Image 1" descr="icon_ai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8117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8056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Sync &amp; Analysis Engine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448056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latest content on update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480560" y="4480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topics &amp; question patterns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480560" y="4937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questions by mark weight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132320" y="3721608"/>
            <a:ext cx="548640" cy="32918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1" name="Shape 17"/>
          <p:cNvSpPr/>
          <p:nvPr/>
        </p:nvSpPr>
        <p:spPr>
          <a:xfrm>
            <a:off x="7863840" y="233172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EAF2F5"/>
          </a:solidFill>
          <a:ln/>
          <a:effectLst>
            <a:outerShdw sx="100000" sy="100000" kx="0" ky="0" algn="bl" rotWithShape="0" blurRad="101600" dist="38100" dir="5400000">
              <a:srgbClr val="9FB4C4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83880" y="26517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2" descr="icon_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281178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09244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Modules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809244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Important-topic analysis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809244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generation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809244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study plan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  •  AI Study Companion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&amp; analyse previous year papers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5" name="Image 0" descr="icon_compare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673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Cross-year comparison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03911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 multiple years of papers to spot recurring and trending questions.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594360" cy="594360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9" name="Image 1" descr="icon_trend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307467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907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Important-topic ranking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27355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topics by repetition and weightage so students know what to prioritise.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160520"/>
            <a:ext cx="594360" cy="594360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3" name="Image 2" descr="icon_book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430911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142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comparison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5079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question patterns against unit notes to flag under-covered areas.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09360" y="169164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F4F7F9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629400" y="19476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Marks-wise Separation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629400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independently so prep depth matches question weight.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629400" y="2926080"/>
            <a:ext cx="2194560" cy="260604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85800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2-MARK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685800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recall &amp; definitions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0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short Qs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0" y="5074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Flashcard-style quizzes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06840" y="2926080"/>
            <a:ext cx="2194560" cy="2606040"/>
          </a:xfrm>
          <a:prstGeom prst="roundRect">
            <a:avLst>
              <a:gd name="adj" fmla="val 4167"/>
            </a:avLst>
          </a:prstGeom>
          <a:solidFill>
            <a:srgbClr val="1C7293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23544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11-MARK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23544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923544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E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structured concepts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9235440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E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long-answer themes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9235440" y="5074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E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Full-answer practice sets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  •  AI Study Companion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GENERATION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analysed papers to auto-generated quizzes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788920"/>
            <a:ext cx="640080" cy="640080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7" name="Image 0" descr="icon_search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9489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3566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important topics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4160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ranks topics from PYQ analysis.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4408" y="3643884"/>
            <a:ext cx="219456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3502152" y="201168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730752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776472" y="2788920"/>
            <a:ext cx="640080" cy="640080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4" name="Image 1" descr="icon_quiz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492" y="29489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58184" y="3566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questions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3758184" y="4160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2-mark &amp; 11-mark style quizzes per topic.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3643884"/>
            <a:ext cx="219456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8" name="Shape 14"/>
          <p:cNvSpPr/>
          <p:nvPr/>
        </p:nvSpPr>
        <p:spPr>
          <a:xfrm>
            <a:off x="6364224" y="201168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92824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638544" y="2788920"/>
            <a:ext cx="640080" cy="640080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21" name="Image 2" descr="icon_check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64" y="294894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620256" y="3566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self-check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620256" y="4160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attempts quiz and gets immediate feedback.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988552" y="3643884"/>
            <a:ext cx="219456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5" name="Shape 20"/>
          <p:cNvSpPr/>
          <p:nvPr/>
        </p:nvSpPr>
        <p:spPr>
          <a:xfrm>
            <a:off x="9226296" y="201168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0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9454896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9500616" y="2788920"/>
            <a:ext cx="640080" cy="640080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28" name="Image 3" descr="icon_trend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63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482328" y="3566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weak areas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9482328" y="4160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feed back into the study plan priorities.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  •  AI Study Companion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day-wise plan mapped to syllabus &amp; semester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allocates each remaining day to specific syllabus units — weighted by topic importance and marks split — until exam 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08760" y="3886200"/>
            <a:ext cx="9235440" cy="0"/>
          </a:xfrm>
          <a:prstGeom prst="line">
            <a:avLst/>
          </a:prstGeom>
          <a:noFill/>
          <a:ln w="25400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8176" y="3785616"/>
            <a:ext cx="201168" cy="20116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04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High-weightage 11-mark topics from Unit I &amp; II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08760" y="3566160"/>
            <a:ext cx="0" cy="32004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7036" y="378561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7500" y="42062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4894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3-4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4894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Coverage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948940" y="49194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units + notes comparison for gaps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17620" y="3886200"/>
            <a:ext cx="0" cy="32004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25896" y="3785616"/>
            <a:ext cx="201168" cy="20116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21945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2304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Recall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9077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2-mark question bank &amp; AI-generated quizzes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3566160"/>
            <a:ext cx="0" cy="32004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4756" y="378561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75220" y="42062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6666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56666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&amp; Revise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566660" y="49194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PYQ-style mock test, timed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35340" y="3886200"/>
            <a:ext cx="0" cy="32004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43616" y="3785616"/>
            <a:ext cx="201168" cy="20116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84080" y="21945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75520" y="2304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Revision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29077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sheets &amp; most-repeated questions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744200" y="3566160"/>
            <a:ext cx="0" cy="32004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  •  AI Study Companion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real-time data, at student scale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505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 Source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RECDB (Firebase-hosted) — notes, syllabus, PYQs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776472" y="228600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_ai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4505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8184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LLM Layer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3758184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topic analysis &amp; quiz generation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638544" y="228600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_compar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4505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20256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Engine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6620256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 comparison, topic ranking, marks-wise tagging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500616" y="228600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_calenda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45059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82328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Logic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9482328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scheduling aligned to syllabus &amp; exam date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  •  AI Study Companion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students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286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planner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scattered notes, papers &amp; guesswork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2286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syllabus-mapped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study day tied to actual semester units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201168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FB4C4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95360" y="2286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&amp; 11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 separated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prep depth for each question type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time searching for material. More time studying what actually matters.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  •  AI Study Companion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for Smart Exam Planner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6" name="Image 0" descr="icon_trend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505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question modelling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38404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likely upcoming questions from multi-year PYQ trends.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76472" y="228600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1" name="Image 1" descr="icon_book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4505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8184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 syllabus coverage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758184" y="38404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live integration to more departments and semesters on RECDB.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38544" y="228600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6" name="Image 2" descr="icon_check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4505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20256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quizzing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620256" y="38404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quiz difficulty in real time based on student performance.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00616" y="228600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21" name="Image 3" descr="icon_calendar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45059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82328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re-planning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482328" y="38404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Auto-adjust the day-wise plan if a student falls behind schedule.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  •  AI Study Companion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Planner — AI-powered, live-data-driven exam preparation.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011680" cy="0"/>
          </a:xfrm>
          <a:prstGeom prst="line">
            <a:avLst/>
          </a:prstGeom>
          <a:noFill/>
          <a:ln w="25400">
            <a:solidFill>
              <a:srgbClr val="5FD0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source: rec-db-official.web.app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2026-09-15T03:26:18Z</dcterms:created>
  <dcterms:modified xsi:type="dcterms:W3CDTF">2026-09-15T03:26:18Z</dcterms:modified>
</cp:coreProperties>
</file>